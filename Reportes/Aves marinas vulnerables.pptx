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0" r:id="rId1"/>
  </p:sldMasterIdLst>
  <p:notesMasterIdLst>
    <p:notesMasterId r:id="rId3"/>
  </p:notesMasterIdLst>
  <p:sldIdLst>
    <p:sldId id="256" r:id="rId2"/>
  </p:sldIdLst>
  <p:sldSz cx="21240750" cy="30240288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28" autoAdjust="0"/>
    <p:restoredTop sz="86347" autoAdjust="0"/>
  </p:normalViewPr>
  <p:slideViewPr>
    <p:cSldViewPr snapToGrid="0">
      <p:cViewPr>
        <p:scale>
          <a:sx n="68" d="100"/>
          <a:sy n="68" d="100"/>
        </p:scale>
        <p:origin x="864" y="104"/>
      </p:cViewPr>
      <p:guideLst>
        <p:guide orient="horz" pos="9524"/>
        <p:guide pos="66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03118-7261-4778-B48B-1601D82A0274}" type="datetimeFigureOut">
              <a:rPr lang="es-CL" smtClean="0"/>
              <a:t>31-05-17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44738" y="1143000"/>
            <a:ext cx="2168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C44A2-2050-4355-8768-51353375F0D9}" type="slidenum">
              <a:rPr lang="es-CL" smtClean="0"/>
              <a:t>‹Nr.›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9788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54698" rtl="0" eaLnBrk="1" latinLnBrk="0" hangingPunct="1">
      <a:defRPr sz="2172" kern="1200">
        <a:solidFill>
          <a:schemeClr val="tx1"/>
        </a:solidFill>
        <a:latin typeface="+mn-lt"/>
        <a:ea typeface="+mn-ea"/>
        <a:cs typeface="+mn-cs"/>
      </a:defRPr>
    </a:lvl1pPr>
    <a:lvl2pPr marL="827349" algn="l" defTabSz="1654698" rtl="0" eaLnBrk="1" latinLnBrk="0" hangingPunct="1">
      <a:defRPr sz="2172" kern="1200">
        <a:solidFill>
          <a:schemeClr val="tx1"/>
        </a:solidFill>
        <a:latin typeface="+mn-lt"/>
        <a:ea typeface="+mn-ea"/>
        <a:cs typeface="+mn-cs"/>
      </a:defRPr>
    </a:lvl2pPr>
    <a:lvl3pPr marL="1654698" algn="l" defTabSz="1654698" rtl="0" eaLnBrk="1" latinLnBrk="0" hangingPunct="1">
      <a:defRPr sz="2172" kern="1200">
        <a:solidFill>
          <a:schemeClr val="tx1"/>
        </a:solidFill>
        <a:latin typeface="+mn-lt"/>
        <a:ea typeface="+mn-ea"/>
        <a:cs typeface="+mn-cs"/>
      </a:defRPr>
    </a:lvl3pPr>
    <a:lvl4pPr marL="2482047" algn="l" defTabSz="1654698" rtl="0" eaLnBrk="1" latinLnBrk="0" hangingPunct="1">
      <a:defRPr sz="2172" kern="1200">
        <a:solidFill>
          <a:schemeClr val="tx1"/>
        </a:solidFill>
        <a:latin typeface="+mn-lt"/>
        <a:ea typeface="+mn-ea"/>
        <a:cs typeface="+mn-cs"/>
      </a:defRPr>
    </a:lvl4pPr>
    <a:lvl5pPr marL="3309396" algn="l" defTabSz="1654698" rtl="0" eaLnBrk="1" latinLnBrk="0" hangingPunct="1">
      <a:defRPr sz="2172" kern="1200">
        <a:solidFill>
          <a:schemeClr val="tx1"/>
        </a:solidFill>
        <a:latin typeface="+mn-lt"/>
        <a:ea typeface="+mn-ea"/>
        <a:cs typeface="+mn-cs"/>
      </a:defRPr>
    </a:lvl5pPr>
    <a:lvl6pPr marL="4136746" algn="l" defTabSz="1654698" rtl="0" eaLnBrk="1" latinLnBrk="0" hangingPunct="1">
      <a:defRPr sz="2172" kern="1200">
        <a:solidFill>
          <a:schemeClr val="tx1"/>
        </a:solidFill>
        <a:latin typeface="+mn-lt"/>
        <a:ea typeface="+mn-ea"/>
        <a:cs typeface="+mn-cs"/>
      </a:defRPr>
    </a:lvl6pPr>
    <a:lvl7pPr marL="4964095" algn="l" defTabSz="1654698" rtl="0" eaLnBrk="1" latinLnBrk="0" hangingPunct="1">
      <a:defRPr sz="2172" kern="1200">
        <a:solidFill>
          <a:schemeClr val="tx1"/>
        </a:solidFill>
        <a:latin typeface="+mn-lt"/>
        <a:ea typeface="+mn-ea"/>
        <a:cs typeface="+mn-cs"/>
      </a:defRPr>
    </a:lvl7pPr>
    <a:lvl8pPr marL="5791444" algn="l" defTabSz="1654698" rtl="0" eaLnBrk="1" latinLnBrk="0" hangingPunct="1">
      <a:defRPr sz="2172" kern="1200">
        <a:solidFill>
          <a:schemeClr val="tx1"/>
        </a:solidFill>
        <a:latin typeface="+mn-lt"/>
        <a:ea typeface="+mn-ea"/>
        <a:cs typeface="+mn-cs"/>
      </a:defRPr>
    </a:lvl8pPr>
    <a:lvl9pPr marL="6618793" algn="l" defTabSz="1654698" rtl="0" eaLnBrk="1" latinLnBrk="0" hangingPunct="1">
      <a:defRPr sz="217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C44A2-2050-4355-8768-51353375F0D9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328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55094" y="4949049"/>
            <a:ext cx="15930563" cy="10528100"/>
          </a:xfrm>
        </p:spPr>
        <p:txBody>
          <a:bodyPr anchor="b"/>
          <a:lstStyle>
            <a:lvl1pPr algn="ctr">
              <a:defRPr sz="10453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55094" y="15883154"/>
            <a:ext cx="15930563" cy="7301067"/>
          </a:xfrm>
        </p:spPr>
        <p:txBody>
          <a:bodyPr/>
          <a:lstStyle>
            <a:lvl1pPr marL="0" indent="0" algn="ctr">
              <a:buNone/>
              <a:defRPr sz="4181"/>
            </a:lvl1pPr>
            <a:lvl2pPr marL="796534" indent="0" algn="ctr">
              <a:buNone/>
              <a:defRPr sz="3484"/>
            </a:lvl2pPr>
            <a:lvl3pPr marL="1593068" indent="0" algn="ctr">
              <a:buNone/>
              <a:defRPr sz="3136"/>
            </a:lvl3pPr>
            <a:lvl4pPr marL="2389602" indent="0" algn="ctr">
              <a:buNone/>
              <a:defRPr sz="2788"/>
            </a:lvl4pPr>
            <a:lvl5pPr marL="3186135" indent="0" algn="ctr">
              <a:buNone/>
              <a:defRPr sz="2788"/>
            </a:lvl5pPr>
            <a:lvl6pPr marL="3982669" indent="0" algn="ctr">
              <a:buNone/>
              <a:defRPr sz="2788"/>
            </a:lvl6pPr>
            <a:lvl7pPr marL="4779203" indent="0" algn="ctr">
              <a:buNone/>
              <a:defRPr sz="2788"/>
            </a:lvl7pPr>
            <a:lvl8pPr marL="5575737" indent="0" algn="ctr">
              <a:buNone/>
              <a:defRPr sz="2788"/>
            </a:lvl8pPr>
            <a:lvl9pPr marL="6372271" indent="0" algn="ctr">
              <a:buNone/>
              <a:defRPr sz="2788"/>
            </a:lvl9pPr>
          </a:lstStyle>
          <a:p>
            <a:r>
              <a:rPr lang="es-ES"/>
              <a:t>Haga clic para editar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31-05-17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443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31-05-17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335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9239" y="7539076"/>
            <a:ext cx="18320147" cy="12579118"/>
          </a:xfrm>
        </p:spPr>
        <p:txBody>
          <a:bodyPr anchor="b"/>
          <a:lstStyle>
            <a:lvl1pPr>
              <a:defRPr sz="10453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449239" y="20237197"/>
            <a:ext cx="18320147" cy="6615061"/>
          </a:xfrm>
        </p:spPr>
        <p:txBody>
          <a:bodyPr/>
          <a:lstStyle>
            <a:lvl1pPr marL="0" indent="0">
              <a:buNone/>
              <a:defRPr sz="4181">
                <a:solidFill>
                  <a:schemeClr val="tx1">
                    <a:tint val="75000"/>
                  </a:schemeClr>
                </a:solidFill>
              </a:defRPr>
            </a:lvl1pPr>
            <a:lvl2pPr marL="796534" indent="0">
              <a:buNone/>
              <a:defRPr sz="3484">
                <a:solidFill>
                  <a:schemeClr val="tx1">
                    <a:tint val="75000"/>
                  </a:schemeClr>
                </a:solidFill>
              </a:defRPr>
            </a:lvl2pPr>
            <a:lvl3pPr marL="1593068" indent="0">
              <a:buNone/>
              <a:defRPr sz="3136">
                <a:solidFill>
                  <a:schemeClr val="tx1">
                    <a:tint val="75000"/>
                  </a:schemeClr>
                </a:solidFill>
              </a:defRPr>
            </a:lvl3pPr>
            <a:lvl4pPr marL="2389602" indent="0">
              <a:buNone/>
              <a:defRPr sz="2788">
                <a:solidFill>
                  <a:schemeClr val="tx1">
                    <a:tint val="75000"/>
                  </a:schemeClr>
                </a:solidFill>
              </a:defRPr>
            </a:lvl4pPr>
            <a:lvl5pPr marL="3186135" indent="0">
              <a:buNone/>
              <a:defRPr sz="2788">
                <a:solidFill>
                  <a:schemeClr val="tx1">
                    <a:tint val="75000"/>
                  </a:schemeClr>
                </a:solidFill>
              </a:defRPr>
            </a:lvl5pPr>
            <a:lvl6pPr marL="3982669" indent="0">
              <a:buNone/>
              <a:defRPr sz="2788">
                <a:solidFill>
                  <a:schemeClr val="tx1">
                    <a:tint val="75000"/>
                  </a:schemeClr>
                </a:solidFill>
              </a:defRPr>
            </a:lvl6pPr>
            <a:lvl7pPr marL="4779203" indent="0">
              <a:buNone/>
              <a:defRPr sz="2788">
                <a:solidFill>
                  <a:schemeClr val="tx1">
                    <a:tint val="75000"/>
                  </a:schemeClr>
                </a:solidFill>
              </a:defRPr>
            </a:lvl7pPr>
            <a:lvl8pPr marL="5575737" indent="0">
              <a:buNone/>
              <a:defRPr sz="2788">
                <a:solidFill>
                  <a:schemeClr val="tx1">
                    <a:tint val="75000"/>
                  </a:schemeClr>
                </a:solidFill>
              </a:defRPr>
            </a:lvl8pPr>
            <a:lvl9pPr marL="6372271" indent="0">
              <a:buNone/>
              <a:defRPr sz="2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31-05-17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424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460301" y="8050077"/>
            <a:ext cx="9027319" cy="1918718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0753130" y="8050077"/>
            <a:ext cx="9027319" cy="1918718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31-05-17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7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63068" y="1610017"/>
            <a:ext cx="18320147" cy="584505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463069" y="7413073"/>
            <a:ext cx="8985832" cy="3633032"/>
          </a:xfrm>
        </p:spPr>
        <p:txBody>
          <a:bodyPr anchor="b"/>
          <a:lstStyle>
            <a:lvl1pPr marL="0" indent="0">
              <a:buNone/>
              <a:defRPr sz="4181" b="1"/>
            </a:lvl1pPr>
            <a:lvl2pPr marL="796534" indent="0">
              <a:buNone/>
              <a:defRPr sz="3484" b="1"/>
            </a:lvl2pPr>
            <a:lvl3pPr marL="1593068" indent="0">
              <a:buNone/>
              <a:defRPr sz="3136" b="1"/>
            </a:lvl3pPr>
            <a:lvl4pPr marL="2389602" indent="0">
              <a:buNone/>
              <a:defRPr sz="2788" b="1"/>
            </a:lvl4pPr>
            <a:lvl5pPr marL="3186135" indent="0">
              <a:buNone/>
              <a:defRPr sz="2788" b="1"/>
            </a:lvl5pPr>
            <a:lvl6pPr marL="3982669" indent="0">
              <a:buNone/>
              <a:defRPr sz="2788" b="1"/>
            </a:lvl6pPr>
            <a:lvl7pPr marL="4779203" indent="0">
              <a:buNone/>
              <a:defRPr sz="2788" b="1"/>
            </a:lvl7pPr>
            <a:lvl8pPr marL="5575737" indent="0">
              <a:buNone/>
              <a:defRPr sz="2788" b="1"/>
            </a:lvl8pPr>
            <a:lvl9pPr marL="6372271" indent="0">
              <a:buNone/>
              <a:defRPr sz="2788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463069" y="11046105"/>
            <a:ext cx="8985832" cy="1624715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10753130" y="7413073"/>
            <a:ext cx="9030085" cy="3633032"/>
          </a:xfrm>
        </p:spPr>
        <p:txBody>
          <a:bodyPr anchor="b"/>
          <a:lstStyle>
            <a:lvl1pPr marL="0" indent="0">
              <a:buNone/>
              <a:defRPr sz="4181" b="1"/>
            </a:lvl1pPr>
            <a:lvl2pPr marL="796534" indent="0">
              <a:buNone/>
              <a:defRPr sz="3484" b="1"/>
            </a:lvl2pPr>
            <a:lvl3pPr marL="1593068" indent="0">
              <a:buNone/>
              <a:defRPr sz="3136" b="1"/>
            </a:lvl3pPr>
            <a:lvl4pPr marL="2389602" indent="0">
              <a:buNone/>
              <a:defRPr sz="2788" b="1"/>
            </a:lvl4pPr>
            <a:lvl5pPr marL="3186135" indent="0">
              <a:buNone/>
              <a:defRPr sz="2788" b="1"/>
            </a:lvl5pPr>
            <a:lvl6pPr marL="3982669" indent="0">
              <a:buNone/>
              <a:defRPr sz="2788" b="1"/>
            </a:lvl6pPr>
            <a:lvl7pPr marL="4779203" indent="0">
              <a:buNone/>
              <a:defRPr sz="2788" b="1"/>
            </a:lvl7pPr>
            <a:lvl8pPr marL="5575737" indent="0">
              <a:buNone/>
              <a:defRPr sz="2788" b="1"/>
            </a:lvl8pPr>
            <a:lvl9pPr marL="6372271" indent="0">
              <a:buNone/>
              <a:defRPr sz="2788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10753130" y="11046105"/>
            <a:ext cx="9030085" cy="1624715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31-05-17</a:t>
            </a:fld>
            <a:endParaRPr lang="en-U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49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31-05-17</a:t>
            </a:fld>
            <a:endParaRPr lang="en-U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989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31-05-17</a:t>
            </a:fld>
            <a:endParaRPr lang="en-U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583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63069" y="2016019"/>
            <a:ext cx="6850694" cy="7056067"/>
          </a:xfrm>
        </p:spPr>
        <p:txBody>
          <a:bodyPr anchor="b"/>
          <a:lstStyle>
            <a:lvl1pPr>
              <a:defRPr sz="5575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030085" y="4354044"/>
            <a:ext cx="10753130" cy="21490205"/>
          </a:xfrm>
        </p:spPr>
        <p:txBody>
          <a:bodyPr/>
          <a:lstStyle>
            <a:lvl1pPr>
              <a:defRPr sz="5575"/>
            </a:lvl1pPr>
            <a:lvl2pPr>
              <a:defRPr sz="4878"/>
            </a:lvl2pPr>
            <a:lvl3pPr>
              <a:defRPr sz="4181"/>
            </a:lvl3pPr>
            <a:lvl4pPr>
              <a:defRPr sz="3484"/>
            </a:lvl4pPr>
            <a:lvl5pPr>
              <a:defRPr sz="3484"/>
            </a:lvl5pPr>
            <a:lvl6pPr>
              <a:defRPr sz="3484"/>
            </a:lvl6pPr>
            <a:lvl7pPr>
              <a:defRPr sz="3484"/>
            </a:lvl7pPr>
            <a:lvl8pPr>
              <a:defRPr sz="3484"/>
            </a:lvl8pPr>
            <a:lvl9pPr>
              <a:defRPr sz="3484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463069" y="9072087"/>
            <a:ext cx="6850694" cy="16807162"/>
          </a:xfrm>
        </p:spPr>
        <p:txBody>
          <a:bodyPr/>
          <a:lstStyle>
            <a:lvl1pPr marL="0" indent="0">
              <a:buNone/>
              <a:defRPr sz="2788"/>
            </a:lvl1pPr>
            <a:lvl2pPr marL="796534" indent="0">
              <a:buNone/>
              <a:defRPr sz="2439"/>
            </a:lvl2pPr>
            <a:lvl3pPr marL="1593068" indent="0">
              <a:buNone/>
              <a:defRPr sz="2091"/>
            </a:lvl3pPr>
            <a:lvl4pPr marL="2389602" indent="0">
              <a:buNone/>
              <a:defRPr sz="1742"/>
            </a:lvl4pPr>
            <a:lvl5pPr marL="3186135" indent="0">
              <a:buNone/>
              <a:defRPr sz="1742"/>
            </a:lvl5pPr>
            <a:lvl6pPr marL="3982669" indent="0">
              <a:buNone/>
              <a:defRPr sz="1742"/>
            </a:lvl6pPr>
            <a:lvl7pPr marL="4779203" indent="0">
              <a:buNone/>
              <a:defRPr sz="1742"/>
            </a:lvl7pPr>
            <a:lvl8pPr marL="5575737" indent="0">
              <a:buNone/>
              <a:defRPr sz="1742"/>
            </a:lvl8pPr>
            <a:lvl9pPr marL="6372271" indent="0">
              <a:buNone/>
              <a:defRPr sz="1742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31-05-17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427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63069" y="2016019"/>
            <a:ext cx="6850694" cy="7056067"/>
          </a:xfrm>
        </p:spPr>
        <p:txBody>
          <a:bodyPr anchor="b"/>
          <a:lstStyle>
            <a:lvl1pPr>
              <a:defRPr sz="5575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9030085" y="4354044"/>
            <a:ext cx="10753130" cy="21490205"/>
          </a:xfrm>
        </p:spPr>
        <p:txBody>
          <a:bodyPr/>
          <a:lstStyle>
            <a:lvl1pPr marL="0" indent="0">
              <a:buNone/>
              <a:defRPr sz="5575"/>
            </a:lvl1pPr>
            <a:lvl2pPr marL="796534" indent="0">
              <a:buNone/>
              <a:defRPr sz="4878"/>
            </a:lvl2pPr>
            <a:lvl3pPr marL="1593068" indent="0">
              <a:buNone/>
              <a:defRPr sz="4181"/>
            </a:lvl3pPr>
            <a:lvl4pPr marL="2389602" indent="0">
              <a:buNone/>
              <a:defRPr sz="3484"/>
            </a:lvl4pPr>
            <a:lvl5pPr marL="3186135" indent="0">
              <a:buNone/>
              <a:defRPr sz="3484"/>
            </a:lvl5pPr>
            <a:lvl6pPr marL="3982669" indent="0">
              <a:buNone/>
              <a:defRPr sz="3484"/>
            </a:lvl6pPr>
            <a:lvl7pPr marL="4779203" indent="0">
              <a:buNone/>
              <a:defRPr sz="3484"/>
            </a:lvl7pPr>
            <a:lvl8pPr marL="5575737" indent="0">
              <a:buNone/>
              <a:defRPr sz="3484"/>
            </a:lvl8pPr>
            <a:lvl9pPr marL="6372271" indent="0">
              <a:buNone/>
              <a:defRPr sz="3484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463069" y="9072087"/>
            <a:ext cx="6850694" cy="16807162"/>
          </a:xfrm>
        </p:spPr>
        <p:txBody>
          <a:bodyPr/>
          <a:lstStyle>
            <a:lvl1pPr marL="0" indent="0">
              <a:buNone/>
              <a:defRPr sz="2788"/>
            </a:lvl1pPr>
            <a:lvl2pPr marL="796534" indent="0">
              <a:buNone/>
              <a:defRPr sz="2439"/>
            </a:lvl2pPr>
            <a:lvl3pPr marL="1593068" indent="0">
              <a:buNone/>
              <a:defRPr sz="2091"/>
            </a:lvl3pPr>
            <a:lvl4pPr marL="2389602" indent="0">
              <a:buNone/>
              <a:defRPr sz="1742"/>
            </a:lvl4pPr>
            <a:lvl5pPr marL="3186135" indent="0">
              <a:buNone/>
              <a:defRPr sz="1742"/>
            </a:lvl5pPr>
            <a:lvl6pPr marL="3982669" indent="0">
              <a:buNone/>
              <a:defRPr sz="1742"/>
            </a:lvl6pPr>
            <a:lvl7pPr marL="4779203" indent="0">
              <a:buNone/>
              <a:defRPr sz="1742"/>
            </a:lvl7pPr>
            <a:lvl8pPr marL="5575737" indent="0">
              <a:buNone/>
              <a:defRPr sz="1742"/>
            </a:lvl8pPr>
            <a:lvl9pPr marL="6372271" indent="0">
              <a:buNone/>
              <a:defRPr sz="1742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31-05-17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94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31-05-17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696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5200412" y="1610015"/>
            <a:ext cx="4580037" cy="2562724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1460301" y="1610015"/>
            <a:ext cx="13474601" cy="25627246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31-05-17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78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460302" y="1610017"/>
            <a:ext cx="18320147" cy="5845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460302" y="8050077"/>
            <a:ext cx="18320147" cy="19187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1460301" y="28028269"/>
            <a:ext cx="4779169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31-05-17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7035999" y="28028269"/>
            <a:ext cx="7168753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5001280" y="28028269"/>
            <a:ext cx="4779169" cy="1610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148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  <p:sldLayoutId id="2147484121" r:id="rId11"/>
  </p:sldLayoutIdLst>
  <p:hf sldNum="0" hdr="0" ftr="0" dt="0"/>
  <p:txStyles>
    <p:titleStyle>
      <a:lvl1pPr algn="l" defTabSz="1593068" rtl="0" eaLnBrk="1" latinLnBrk="0" hangingPunct="1">
        <a:lnSpc>
          <a:spcPct val="90000"/>
        </a:lnSpc>
        <a:spcBef>
          <a:spcPct val="0"/>
        </a:spcBef>
        <a:buNone/>
        <a:defRPr sz="76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8267" indent="-398267" algn="l" defTabSz="1593068" rtl="0" eaLnBrk="1" latinLnBrk="0" hangingPunct="1">
        <a:lnSpc>
          <a:spcPct val="90000"/>
        </a:lnSpc>
        <a:spcBef>
          <a:spcPts val="1742"/>
        </a:spcBef>
        <a:buFont typeface="Arial" panose="020B0604020202020204" pitchFamily="34" charset="0"/>
        <a:buChar char="•"/>
        <a:defRPr sz="4878" kern="1200">
          <a:solidFill>
            <a:schemeClr val="tx1"/>
          </a:solidFill>
          <a:latin typeface="+mn-lt"/>
          <a:ea typeface="+mn-ea"/>
          <a:cs typeface="+mn-cs"/>
        </a:defRPr>
      </a:lvl1pPr>
      <a:lvl2pPr marL="1194801" indent="-398267" algn="l" defTabSz="1593068" rtl="0" eaLnBrk="1" latinLnBrk="0" hangingPunct="1">
        <a:lnSpc>
          <a:spcPct val="90000"/>
        </a:lnSpc>
        <a:spcBef>
          <a:spcPts val="871"/>
        </a:spcBef>
        <a:buFont typeface="Arial" panose="020B0604020202020204" pitchFamily="34" charset="0"/>
        <a:buChar char="•"/>
        <a:defRPr sz="4181" kern="1200">
          <a:solidFill>
            <a:schemeClr val="tx1"/>
          </a:solidFill>
          <a:latin typeface="+mn-lt"/>
          <a:ea typeface="+mn-ea"/>
          <a:cs typeface="+mn-cs"/>
        </a:defRPr>
      </a:lvl2pPr>
      <a:lvl3pPr marL="1991335" indent="-398267" algn="l" defTabSz="1593068" rtl="0" eaLnBrk="1" latinLnBrk="0" hangingPunct="1">
        <a:lnSpc>
          <a:spcPct val="90000"/>
        </a:lnSpc>
        <a:spcBef>
          <a:spcPts val="871"/>
        </a:spcBef>
        <a:buFont typeface="Arial" panose="020B0604020202020204" pitchFamily="34" charset="0"/>
        <a:buChar char="•"/>
        <a:defRPr sz="3484" kern="1200">
          <a:solidFill>
            <a:schemeClr val="tx1"/>
          </a:solidFill>
          <a:latin typeface="+mn-lt"/>
          <a:ea typeface="+mn-ea"/>
          <a:cs typeface="+mn-cs"/>
        </a:defRPr>
      </a:lvl3pPr>
      <a:lvl4pPr marL="2787868" indent="-398267" algn="l" defTabSz="1593068" rtl="0" eaLnBrk="1" latinLnBrk="0" hangingPunct="1">
        <a:lnSpc>
          <a:spcPct val="90000"/>
        </a:lnSpc>
        <a:spcBef>
          <a:spcPts val="871"/>
        </a:spcBef>
        <a:buFont typeface="Arial" panose="020B0604020202020204" pitchFamily="34" charset="0"/>
        <a:buChar char="•"/>
        <a:defRPr sz="3136" kern="1200">
          <a:solidFill>
            <a:schemeClr val="tx1"/>
          </a:solidFill>
          <a:latin typeface="+mn-lt"/>
          <a:ea typeface="+mn-ea"/>
          <a:cs typeface="+mn-cs"/>
        </a:defRPr>
      </a:lvl4pPr>
      <a:lvl5pPr marL="3584402" indent="-398267" algn="l" defTabSz="1593068" rtl="0" eaLnBrk="1" latinLnBrk="0" hangingPunct="1">
        <a:lnSpc>
          <a:spcPct val="90000"/>
        </a:lnSpc>
        <a:spcBef>
          <a:spcPts val="871"/>
        </a:spcBef>
        <a:buFont typeface="Arial" panose="020B0604020202020204" pitchFamily="34" charset="0"/>
        <a:buChar char="•"/>
        <a:defRPr sz="3136" kern="1200">
          <a:solidFill>
            <a:schemeClr val="tx1"/>
          </a:solidFill>
          <a:latin typeface="+mn-lt"/>
          <a:ea typeface="+mn-ea"/>
          <a:cs typeface="+mn-cs"/>
        </a:defRPr>
      </a:lvl5pPr>
      <a:lvl6pPr marL="4380936" indent="-398267" algn="l" defTabSz="1593068" rtl="0" eaLnBrk="1" latinLnBrk="0" hangingPunct="1">
        <a:lnSpc>
          <a:spcPct val="90000"/>
        </a:lnSpc>
        <a:spcBef>
          <a:spcPts val="871"/>
        </a:spcBef>
        <a:buFont typeface="Arial" panose="020B0604020202020204" pitchFamily="34" charset="0"/>
        <a:buChar char="•"/>
        <a:defRPr sz="3136" kern="1200">
          <a:solidFill>
            <a:schemeClr val="tx1"/>
          </a:solidFill>
          <a:latin typeface="+mn-lt"/>
          <a:ea typeface="+mn-ea"/>
          <a:cs typeface="+mn-cs"/>
        </a:defRPr>
      </a:lvl6pPr>
      <a:lvl7pPr marL="5177470" indent="-398267" algn="l" defTabSz="1593068" rtl="0" eaLnBrk="1" latinLnBrk="0" hangingPunct="1">
        <a:lnSpc>
          <a:spcPct val="90000"/>
        </a:lnSpc>
        <a:spcBef>
          <a:spcPts val="871"/>
        </a:spcBef>
        <a:buFont typeface="Arial" panose="020B0604020202020204" pitchFamily="34" charset="0"/>
        <a:buChar char="•"/>
        <a:defRPr sz="3136" kern="1200">
          <a:solidFill>
            <a:schemeClr val="tx1"/>
          </a:solidFill>
          <a:latin typeface="+mn-lt"/>
          <a:ea typeface="+mn-ea"/>
          <a:cs typeface="+mn-cs"/>
        </a:defRPr>
      </a:lvl7pPr>
      <a:lvl8pPr marL="5974004" indent="-398267" algn="l" defTabSz="1593068" rtl="0" eaLnBrk="1" latinLnBrk="0" hangingPunct="1">
        <a:lnSpc>
          <a:spcPct val="90000"/>
        </a:lnSpc>
        <a:spcBef>
          <a:spcPts val="871"/>
        </a:spcBef>
        <a:buFont typeface="Arial" panose="020B0604020202020204" pitchFamily="34" charset="0"/>
        <a:buChar char="•"/>
        <a:defRPr sz="3136" kern="1200">
          <a:solidFill>
            <a:schemeClr val="tx1"/>
          </a:solidFill>
          <a:latin typeface="+mn-lt"/>
          <a:ea typeface="+mn-ea"/>
          <a:cs typeface="+mn-cs"/>
        </a:defRPr>
      </a:lvl8pPr>
      <a:lvl9pPr marL="6770538" indent="-398267" algn="l" defTabSz="1593068" rtl="0" eaLnBrk="1" latinLnBrk="0" hangingPunct="1">
        <a:lnSpc>
          <a:spcPct val="90000"/>
        </a:lnSpc>
        <a:spcBef>
          <a:spcPts val="871"/>
        </a:spcBef>
        <a:buFont typeface="Arial" panose="020B0604020202020204" pitchFamily="34" charset="0"/>
        <a:buChar char="•"/>
        <a:defRPr sz="31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1593068" rtl="0" eaLnBrk="1" latinLnBrk="0" hangingPunct="1">
        <a:defRPr sz="3136" kern="1200">
          <a:solidFill>
            <a:schemeClr val="tx1"/>
          </a:solidFill>
          <a:latin typeface="+mn-lt"/>
          <a:ea typeface="+mn-ea"/>
          <a:cs typeface="+mn-cs"/>
        </a:defRPr>
      </a:lvl1pPr>
      <a:lvl2pPr marL="796534" algn="l" defTabSz="1593068" rtl="0" eaLnBrk="1" latinLnBrk="0" hangingPunct="1">
        <a:defRPr sz="3136" kern="1200">
          <a:solidFill>
            <a:schemeClr val="tx1"/>
          </a:solidFill>
          <a:latin typeface="+mn-lt"/>
          <a:ea typeface="+mn-ea"/>
          <a:cs typeface="+mn-cs"/>
        </a:defRPr>
      </a:lvl2pPr>
      <a:lvl3pPr marL="1593068" algn="l" defTabSz="1593068" rtl="0" eaLnBrk="1" latinLnBrk="0" hangingPunct="1">
        <a:defRPr sz="3136" kern="1200">
          <a:solidFill>
            <a:schemeClr val="tx1"/>
          </a:solidFill>
          <a:latin typeface="+mn-lt"/>
          <a:ea typeface="+mn-ea"/>
          <a:cs typeface="+mn-cs"/>
        </a:defRPr>
      </a:lvl3pPr>
      <a:lvl4pPr marL="2389602" algn="l" defTabSz="1593068" rtl="0" eaLnBrk="1" latinLnBrk="0" hangingPunct="1">
        <a:defRPr sz="3136" kern="1200">
          <a:solidFill>
            <a:schemeClr val="tx1"/>
          </a:solidFill>
          <a:latin typeface="+mn-lt"/>
          <a:ea typeface="+mn-ea"/>
          <a:cs typeface="+mn-cs"/>
        </a:defRPr>
      </a:lvl4pPr>
      <a:lvl5pPr marL="3186135" algn="l" defTabSz="1593068" rtl="0" eaLnBrk="1" latinLnBrk="0" hangingPunct="1">
        <a:defRPr sz="3136" kern="1200">
          <a:solidFill>
            <a:schemeClr val="tx1"/>
          </a:solidFill>
          <a:latin typeface="+mn-lt"/>
          <a:ea typeface="+mn-ea"/>
          <a:cs typeface="+mn-cs"/>
        </a:defRPr>
      </a:lvl5pPr>
      <a:lvl6pPr marL="3982669" algn="l" defTabSz="1593068" rtl="0" eaLnBrk="1" latinLnBrk="0" hangingPunct="1">
        <a:defRPr sz="3136" kern="1200">
          <a:solidFill>
            <a:schemeClr val="tx1"/>
          </a:solidFill>
          <a:latin typeface="+mn-lt"/>
          <a:ea typeface="+mn-ea"/>
          <a:cs typeface="+mn-cs"/>
        </a:defRPr>
      </a:lvl6pPr>
      <a:lvl7pPr marL="4779203" algn="l" defTabSz="1593068" rtl="0" eaLnBrk="1" latinLnBrk="0" hangingPunct="1">
        <a:defRPr sz="3136" kern="1200">
          <a:solidFill>
            <a:schemeClr val="tx1"/>
          </a:solidFill>
          <a:latin typeface="+mn-lt"/>
          <a:ea typeface="+mn-ea"/>
          <a:cs typeface="+mn-cs"/>
        </a:defRPr>
      </a:lvl7pPr>
      <a:lvl8pPr marL="5575737" algn="l" defTabSz="1593068" rtl="0" eaLnBrk="1" latinLnBrk="0" hangingPunct="1">
        <a:defRPr sz="3136" kern="1200">
          <a:solidFill>
            <a:schemeClr val="tx1"/>
          </a:solidFill>
          <a:latin typeface="+mn-lt"/>
          <a:ea typeface="+mn-ea"/>
          <a:cs typeface="+mn-cs"/>
        </a:defRPr>
      </a:lvl8pPr>
      <a:lvl9pPr marL="6372271" algn="l" defTabSz="1593068" rtl="0" eaLnBrk="1" latinLnBrk="0" hangingPunct="1">
        <a:defRPr sz="31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jpg"/><Relationship Id="rId20" Type="http://schemas.openxmlformats.org/officeDocument/2006/relationships/image" Target="../media/image13.jpg"/><Relationship Id="rId21" Type="http://schemas.openxmlformats.org/officeDocument/2006/relationships/image" Target="../media/image14.jpg"/><Relationship Id="rId22" Type="http://schemas.openxmlformats.org/officeDocument/2006/relationships/image" Target="../media/image15.jpg"/><Relationship Id="rId23" Type="http://schemas.openxmlformats.org/officeDocument/2006/relationships/image" Target="../media/image16.jpg"/><Relationship Id="rId24" Type="http://schemas.openxmlformats.org/officeDocument/2006/relationships/image" Target="../media/image17.png"/><Relationship Id="rId25" Type="http://schemas.openxmlformats.org/officeDocument/2006/relationships/image" Target="../media/image18.png"/><Relationship Id="rId10" Type="http://schemas.openxmlformats.org/officeDocument/2006/relationships/image" Target="../media/image3.jpg"/><Relationship Id="rId11" Type="http://schemas.openxmlformats.org/officeDocument/2006/relationships/image" Target="../media/image4.jpg"/><Relationship Id="rId12" Type="http://schemas.openxmlformats.org/officeDocument/2006/relationships/image" Target="../media/image5.jp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jpg"/><Relationship Id="rId16" Type="http://schemas.openxmlformats.org/officeDocument/2006/relationships/image" Target="../media/image9.JPG"/><Relationship Id="rId17" Type="http://schemas.openxmlformats.org/officeDocument/2006/relationships/image" Target="../media/image10.jpg"/><Relationship Id="rId18" Type="http://schemas.openxmlformats.org/officeDocument/2006/relationships/image" Target="../media/image11.jpg"/><Relationship Id="rId19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en.wikipedia.org/wiki/" TargetMode="External"/><Relationship Id="rId4" Type="http://schemas.openxmlformats.org/officeDocument/2006/relationships/hyperlink" Target="http://www.newzealandphoto.info/" TargetMode="External"/><Relationship Id="rId5" Type="http://schemas.openxmlformats.org/officeDocument/2006/relationships/hyperlink" Target="http://www.albatrospedia.com/" TargetMode="External"/><Relationship Id="rId6" Type="http://schemas.openxmlformats.org/officeDocument/2006/relationships/hyperlink" Target="http://avesdechile.cl/117.htm" TargetMode="External"/><Relationship Id="rId7" Type="http://schemas.openxmlformats.org/officeDocument/2006/relationships/hyperlink" Target="http://www.epomar.cl" TargetMode="External"/><Relationship Id="rId8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4255881" y="29086312"/>
            <a:ext cx="168298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Fotografías : Albatros errante; real del sur; de ceja negra; cabeza gris y Petrel gigante del sur : </a:t>
            </a:r>
            <a:r>
              <a:rPr lang="es-CL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J.J.Harrison</a:t>
            </a:r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Petrel gigante del sur: Liam Q</a:t>
            </a:r>
            <a:r>
              <a:rPr lang="es-CL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uinn</a:t>
            </a:r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Fárdela blanca:</a:t>
            </a:r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M. Taylor </a:t>
            </a:r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</a:t>
            </a:r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/>
              </a:rPr>
              <a:t>www.en.wikipedia.org/wiki/</a:t>
            </a:r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 Albatros real del norte: </a:t>
            </a:r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Martín Silva (</a:t>
            </a:r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http://www.newzealandphoto.info</a:t>
            </a:r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 Pato </a:t>
            </a:r>
            <a:r>
              <a:rPr lang="es-CL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Yunco</a:t>
            </a:r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Jorge </a:t>
            </a:r>
            <a:r>
              <a:rPr lang="es-CL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Ramirez</a:t>
            </a:r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Pingüino de Humboldt : Tania P.      </a:t>
            </a:r>
          </a:p>
          <a:p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Fuente : http://www.iucnredlist.org; </a:t>
            </a:r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http://www.albatrospedia.com/</a:t>
            </a:r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http://avesdechile.cl/117.htm</a:t>
            </a:r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CL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Diseño: Tania Ponce López. Contacto: </a:t>
            </a:r>
            <a:r>
              <a:rPr lang="es-CL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http://www.epomar.cl</a:t>
            </a:r>
            <a:r>
              <a:rPr lang="es-CL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s-CL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CL" dirty="0"/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28345" y="1549800"/>
            <a:ext cx="5932800" cy="7416000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5448" y="3202144"/>
            <a:ext cx="7714560" cy="5148000"/>
          </a:xfrm>
          <a:prstGeom prst="rect">
            <a:avLst/>
          </a:prstGeom>
        </p:spPr>
      </p:pic>
      <p:sp>
        <p:nvSpPr>
          <p:cNvPr id="39" name="Rectángulo: esquinas redondeadas 38"/>
          <p:cNvSpPr/>
          <p:nvPr/>
        </p:nvSpPr>
        <p:spPr>
          <a:xfrm>
            <a:off x="291039" y="27791567"/>
            <a:ext cx="3639139" cy="2067635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4" name="Imagen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46635" y="19307508"/>
            <a:ext cx="3936000" cy="5904000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8182" y="15721432"/>
            <a:ext cx="6012000" cy="399910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71229" y="1045497"/>
            <a:ext cx="4813300" cy="7493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048213" y="959971"/>
            <a:ext cx="13220891" cy="1545130"/>
          </a:xfrm>
        </p:spPr>
        <p:txBody>
          <a:bodyPr>
            <a:noAutofit/>
          </a:bodyPr>
          <a:lstStyle/>
          <a:p>
            <a:pPr algn="ctr"/>
            <a:r>
              <a:rPr lang="es-CL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</a:rPr>
              <a:t>Aves marinas vulnerables </a:t>
            </a:r>
            <a:br>
              <a:rPr lang="es-CL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</a:rPr>
            </a:br>
            <a:r>
              <a:rPr lang="es-CL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anose="02040604050505020304" pitchFamily="18" charset="0"/>
              </a:rPr>
              <a:t>zona centro sur de Chile </a:t>
            </a: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81624" y="27924643"/>
            <a:ext cx="1314852" cy="936000"/>
          </a:xfrm>
          <a:prstGeom prst="rect">
            <a:avLst/>
          </a:prstGeom>
        </p:spPr>
      </p:pic>
      <p:pic>
        <p:nvPicPr>
          <p:cNvPr id="30" name="Imagen 2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2794" y="27791567"/>
            <a:ext cx="1296000" cy="1296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09361" y="19492058"/>
            <a:ext cx="3919995" cy="5868000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24154" y="20750346"/>
            <a:ext cx="4107716" cy="5472000"/>
          </a:xfrm>
          <a:prstGeom prst="rect">
            <a:avLst/>
          </a:prstGeom>
        </p:spPr>
      </p:pic>
      <p:pic>
        <p:nvPicPr>
          <p:cNvPr id="26" name="Imagen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78012" y="15321287"/>
            <a:ext cx="5111486" cy="4716000"/>
          </a:xfrm>
          <a:prstGeom prst="rect">
            <a:avLst/>
          </a:prstGeom>
        </p:spPr>
      </p:pic>
      <p:pic>
        <p:nvPicPr>
          <p:cNvPr id="29" name="Imagen 2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87398" y="11299514"/>
            <a:ext cx="5403805" cy="3600000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034120" y="11403001"/>
            <a:ext cx="5400000" cy="3600000"/>
          </a:xfrm>
          <a:prstGeom prst="rect">
            <a:avLst/>
          </a:prstGeom>
        </p:spPr>
      </p:pic>
      <p:pic>
        <p:nvPicPr>
          <p:cNvPr id="36" name="Imagen 3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1309" y="28205969"/>
            <a:ext cx="2285276" cy="467196"/>
          </a:xfrm>
          <a:prstGeom prst="rect">
            <a:avLst/>
          </a:prstGeom>
        </p:spPr>
      </p:pic>
      <p:sp>
        <p:nvSpPr>
          <p:cNvPr id="37" name="CuadroTexto 36"/>
          <p:cNvSpPr txBox="1"/>
          <p:nvPr/>
        </p:nvSpPr>
        <p:spPr>
          <a:xfrm>
            <a:off x="543100" y="27873425"/>
            <a:ext cx="3431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/>
              <a:t>Estado de conservación IUCN</a:t>
            </a:r>
          </a:p>
        </p:txBody>
      </p:sp>
      <p:sp>
        <p:nvSpPr>
          <p:cNvPr id="38" name="CuadroTexto 37"/>
          <p:cNvSpPr txBox="1"/>
          <p:nvPr/>
        </p:nvSpPr>
        <p:spPr>
          <a:xfrm>
            <a:off x="468141" y="28666019"/>
            <a:ext cx="3233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PC : Peligro crítico; PE: Peligro de extinción; VU: Vulnerable; </a:t>
            </a:r>
          </a:p>
          <a:p>
            <a:pPr algn="ctr"/>
            <a:r>
              <a:rPr lang="es-CL" dirty="0"/>
              <a:t>CA: Casi amenazado;</a:t>
            </a:r>
          </a:p>
          <a:p>
            <a:pPr algn="ctr"/>
            <a:r>
              <a:rPr lang="es-CL" dirty="0"/>
              <a:t> PM: Preocupación  menor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17125900" y="3002564"/>
            <a:ext cx="3390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Albatros errante </a:t>
            </a:r>
          </a:p>
          <a:p>
            <a:pPr algn="ctr"/>
            <a:r>
              <a:rPr lang="es-CL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s-CL" sz="2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Diomedea</a:t>
            </a:r>
            <a:r>
              <a:rPr lang="es-CL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exulanns</a:t>
            </a:r>
            <a:r>
              <a:rPr lang="es-CL" sz="2000" dirty="0"/>
              <a:t>)</a:t>
            </a:r>
          </a:p>
        </p:txBody>
      </p:sp>
      <p:pic>
        <p:nvPicPr>
          <p:cNvPr id="42" name="Imagen 4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968110" y="3895045"/>
            <a:ext cx="1826063" cy="360000"/>
          </a:xfrm>
          <a:prstGeom prst="rect">
            <a:avLst/>
          </a:prstGeom>
        </p:spPr>
      </p:pic>
      <p:sp>
        <p:nvSpPr>
          <p:cNvPr id="43" name="CuadroTexto 42"/>
          <p:cNvSpPr txBox="1"/>
          <p:nvPr/>
        </p:nvSpPr>
        <p:spPr>
          <a:xfrm>
            <a:off x="17282199" y="6322441"/>
            <a:ext cx="31978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-Alas rectas </a:t>
            </a:r>
          </a:p>
          <a:p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-Orificio nasal </a:t>
            </a:r>
          </a:p>
          <a:p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suavemente hacía arriba</a:t>
            </a:r>
          </a:p>
        </p:txBody>
      </p:sp>
      <p:sp>
        <p:nvSpPr>
          <p:cNvPr id="45" name="Corchetes 44"/>
          <p:cNvSpPr/>
          <p:nvPr/>
        </p:nvSpPr>
        <p:spPr>
          <a:xfrm>
            <a:off x="17273956" y="6205685"/>
            <a:ext cx="2737240" cy="1254403"/>
          </a:xfrm>
          <a:prstGeom prst="bracketPair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CuadroTexto 45"/>
          <p:cNvSpPr txBox="1"/>
          <p:nvPr/>
        </p:nvSpPr>
        <p:spPr>
          <a:xfrm>
            <a:off x="10607983" y="3017734"/>
            <a:ext cx="30800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Albatros real del sur (</a:t>
            </a:r>
            <a:r>
              <a:rPr lang="es-CL" sz="2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Diomedea</a:t>
            </a:r>
            <a:r>
              <a:rPr lang="es-CL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epomophora</a:t>
            </a:r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pic>
        <p:nvPicPr>
          <p:cNvPr id="47" name="Imagen 4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270397" y="3823748"/>
            <a:ext cx="1763723" cy="360000"/>
          </a:xfrm>
          <a:prstGeom prst="rect">
            <a:avLst/>
          </a:prstGeom>
        </p:spPr>
      </p:pic>
      <p:sp>
        <p:nvSpPr>
          <p:cNvPr id="48" name="Corchetes 47"/>
          <p:cNvSpPr/>
          <p:nvPr/>
        </p:nvSpPr>
        <p:spPr>
          <a:xfrm>
            <a:off x="8830499" y="6578476"/>
            <a:ext cx="2921851" cy="1893709"/>
          </a:xfrm>
          <a:prstGeom prst="bracketPair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8985997" y="6297204"/>
            <a:ext cx="527947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Diferencia con </a:t>
            </a:r>
          </a:p>
          <a:p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A. real del norte : </a:t>
            </a:r>
          </a:p>
          <a:p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-alas mas largas y anchas</a:t>
            </a:r>
          </a:p>
          <a:p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-Pico mas grande</a:t>
            </a:r>
          </a:p>
          <a:p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-parte superior de alas </a:t>
            </a:r>
          </a:p>
          <a:p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tan negras.</a:t>
            </a:r>
          </a:p>
        </p:txBody>
      </p:sp>
      <p:sp>
        <p:nvSpPr>
          <p:cNvPr id="50" name="Rectángulo 49"/>
          <p:cNvSpPr/>
          <p:nvPr/>
        </p:nvSpPr>
        <p:spPr>
          <a:xfrm>
            <a:off x="395315" y="4083057"/>
            <a:ext cx="257442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Albatros real del norte</a:t>
            </a:r>
          </a:p>
          <a:p>
            <a:pPr algn="ctr"/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s-CL" sz="2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Diomedea</a:t>
            </a:r>
            <a:r>
              <a:rPr lang="es-CL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sanfordi</a:t>
            </a:r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pic>
        <p:nvPicPr>
          <p:cNvPr id="52" name="Imagen 5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6210" y="4933705"/>
            <a:ext cx="1920000" cy="432000"/>
          </a:xfrm>
          <a:prstGeom prst="rect">
            <a:avLst/>
          </a:prstGeom>
        </p:spPr>
      </p:pic>
      <p:sp>
        <p:nvSpPr>
          <p:cNvPr id="53" name="CuadroTexto 52"/>
          <p:cNvSpPr txBox="1"/>
          <p:nvPr/>
        </p:nvSpPr>
        <p:spPr>
          <a:xfrm>
            <a:off x="16304295" y="10866774"/>
            <a:ext cx="42117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Albatros de ceja negra</a:t>
            </a:r>
          </a:p>
          <a:p>
            <a:pPr algn="ctr"/>
            <a:r>
              <a:rPr lang="es-C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s-CL" sz="2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Thalassarche</a:t>
            </a:r>
            <a:r>
              <a:rPr lang="es-CL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melanophrys</a:t>
            </a:r>
            <a:r>
              <a:rPr lang="es-CL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pic>
        <p:nvPicPr>
          <p:cNvPr id="55" name="Imagen 5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577499" y="11757021"/>
            <a:ext cx="1826063" cy="360000"/>
          </a:xfrm>
          <a:prstGeom prst="rect">
            <a:avLst/>
          </a:prstGeom>
        </p:spPr>
      </p:pic>
      <p:sp>
        <p:nvSpPr>
          <p:cNvPr id="57" name="Rectángulo 56"/>
          <p:cNvSpPr/>
          <p:nvPr/>
        </p:nvSpPr>
        <p:spPr>
          <a:xfrm>
            <a:off x="-3199577" y="10632730"/>
            <a:ext cx="10620375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Albatros de cabeza gris</a:t>
            </a:r>
          </a:p>
          <a:p>
            <a:pPr lvl="0" algn="ctr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s-CL" sz="2000" b="1" i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Thalassarche</a:t>
            </a:r>
            <a:r>
              <a:rPr lang="es-CL" sz="2000" b="1" i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i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chrysostoma</a:t>
            </a:r>
            <a:r>
              <a:rPr lang="es-CL" sz="2000" b="1" i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pic>
        <p:nvPicPr>
          <p:cNvPr id="58" name="Imagen 5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97578" y="11448885"/>
            <a:ext cx="1826063" cy="360000"/>
          </a:xfrm>
          <a:prstGeom prst="rect">
            <a:avLst/>
          </a:prstGeom>
        </p:spPr>
      </p:pic>
      <p:sp>
        <p:nvSpPr>
          <p:cNvPr id="59" name="Rectángulo 58"/>
          <p:cNvSpPr/>
          <p:nvPr/>
        </p:nvSpPr>
        <p:spPr>
          <a:xfrm>
            <a:off x="-3435846" y="15460869"/>
            <a:ext cx="10620375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Petrel gigante del sur</a:t>
            </a:r>
          </a:p>
          <a:p>
            <a:pPr lvl="0" algn="ctr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s-CL" sz="2000" b="1" i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Macronectes</a:t>
            </a:r>
            <a:r>
              <a:rPr lang="es-CL" sz="2000" b="1" i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i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giganteus</a:t>
            </a:r>
            <a:r>
              <a:rPr lang="es-CL" sz="2000" b="1" i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s-CL" dirty="0"/>
          </a:p>
        </p:txBody>
      </p:sp>
      <p:pic>
        <p:nvPicPr>
          <p:cNvPr id="60" name="Imagen 5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1309" y="16315406"/>
            <a:ext cx="1826063" cy="360000"/>
          </a:xfrm>
          <a:prstGeom prst="rect">
            <a:avLst/>
          </a:prstGeom>
        </p:spPr>
      </p:pic>
      <p:sp>
        <p:nvSpPr>
          <p:cNvPr id="61" name="Rectángulo 60"/>
          <p:cNvSpPr/>
          <p:nvPr/>
        </p:nvSpPr>
        <p:spPr>
          <a:xfrm>
            <a:off x="12954021" y="15460869"/>
            <a:ext cx="10620375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Petrel gigante del norte</a:t>
            </a:r>
          </a:p>
          <a:p>
            <a:pPr lvl="0" algn="ctr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s-CL" sz="2000" b="1" i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Macronectes</a:t>
            </a:r>
            <a:r>
              <a:rPr lang="es-CL" sz="2000" b="1" i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i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halli</a:t>
            </a:r>
            <a:r>
              <a:rPr lang="es-CL" sz="2000" b="1" i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s-CL" dirty="0"/>
          </a:p>
        </p:txBody>
      </p:sp>
      <p:pic>
        <p:nvPicPr>
          <p:cNvPr id="63" name="Imagen 6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382635" y="16347694"/>
            <a:ext cx="1763723" cy="360000"/>
          </a:xfrm>
          <a:prstGeom prst="rect">
            <a:avLst/>
          </a:prstGeom>
        </p:spPr>
      </p:pic>
      <p:sp>
        <p:nvSpPr>
          <p:cNvPr id="64" name="Rectángulo 63"/>
          <p:cNvSpPr/>
          <p:nvPr/>
        </p:nvSpPr>
        <p:spPr>
          <a:xfrm>
            <a:off x="6153272" y="19998677"/>
            <a:ext cx="10620375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/>
            <a:r>
              <a:rPr lang="es-CL" sz="20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Pingüino </a:t>
            </a:r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Humboldt</a:t>
            </a:r>
          </a:p>
          <a:p>
            <a:pPr lvl="0" algn="ctr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s-CL" sz="2000" b="1" i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Spheniscus</a:t>
            </a:r>
            <a:r>
              <a:rPr lang="es-CL" sz="2000" b="1" i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i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humboldti</a:t>
            </a:r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s-CL" dirty="0">
              <a:solidFill>
                <a:prstClr val="black"/>
              </a:solidFill>
            </a:endParaRPr>
          </a:p>
        </p:txBody>
      </p:sp>
      <p:pic>
        <p:nvPicPr>
          <p:cNvPr id="65" name="Imagen 6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58658" y="20838779"/>
            <a:ext cx="1826063" cy="360000"/>
          </a:xfrm>
          <a:prstGeom prst="rect">
            <a:avLst/>
          </a:prstGeom>
        </p:spPr>
      </p:pic>
      <p:sp>
        <p:nvSpPr>
          <p:cNvPr id="66" name="Rectángulo 65"/>
          <p:cNvSpPr/>
          <p:nvPr/>
        </p:nvSpPr>
        <p:spPr>
          <a:xfrm>
            <a:off x="-3514013" y="20779694"/>
            <a:ext cx="10620375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Fárdela blanca</a:t>
            </a:r>
          </a:p>
          <a:p>
            <a:pPr lvl="0" algn="ctr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s-CL" sz="2000" b="1" i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Ardenna</a:t>
            </a:r>
            <a:r>
              <a:rPr lang="es-CL" sz="2000" b="1" i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i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creatopus</a:t>
            </a:r>
            <a:r>
              <a:rPr lang="es-CL" sz="2000" b="1" i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s-CL" dirty="0"/>
          </a:p>
        </p:txBody>
      </p:sp>
      <p:pic>
        <p:nvPicPr>
          <p:cNvPr id="67" name="Imagen 6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1531" y="21628002"/>
            <a:ext cx="1826063" cy="360000"/>
          </a:xfrm>
          <a:prstGeom prst="rect">
            <a:avLst/>
          </a:prstGeom>
        </p:spPr>
      </p:pic>
      <p:sp>
        <p:nvSpPr>
          <p:cNvPr id="68" name="Rectángulo 67"/>
          <p:cNvSpPr/>
          <p:nvPr/>
        </p:nvSpPr>
        <p:spPr>
          <a:xfrm>
            <a:off x="13123932" y="20568338"/>
            <a:ext cx="10620375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Pato </a:t>
            </a:r>
            <a:r>
              <a:rPr lang="es-CL" sz="2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yunco</a:t>
            </a:r>
            <a:endParaRPr lang="es-CL" sz="2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 algn="ctr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s-CL" sz="2000" b="1" i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Pelecanoides</a:t>
            </a:r>
            <a:r>
              <a:rPr lang="es-CL" sz="2000" b="1" i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L" sz="2000" b="1" i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garnotti</a:t>
            </a:r>
            <a:r>
              <a:rPr lang="es-CL" sz="2000" b="1" i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s-CL" i="1" dirty="0"/>
          </a:p>
        </p:txBody>
      </p:sp>
      <p:pic>
        <p:nvPicPr>
          <p:cNvPr id="69" name="Imagen 6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554119" y="21446673"/>
            <a:ext cx="1760000" cy="396000"/>
          </a:xfrm>
          <a:prstGeom prst="rect">
            <a:avLst/>
          </a:prstGeom>
        </p:spPr>
      </p:pic>
      <p:sp>
        <p:nvSpPr>
          <p:cNvPr id="5" name="Rectángulo: esquinas redondeadas 4"/>
          <p:cNvSpPr/>
          <p:nvPr/>
        </p:nvSpPr>
        <p:spPr>
          <a:xfrm>
            <a:off x="3974570" y="8984862"/>
            <a:ext cx="12951082" cy="1136888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003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CuadroTexto 2"/>
          <p:cNvSpPr txBox="1"/>
          <p:nvPr/>
        </p:nvSpPr>
        <p:spPr>
          <a:xfrm>
            <a:off x="4011189" y="8946737"/>
            <a:ext cx="12762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Especies muy similares, altamente migratorias </a:t>
            </a:r>
          </a:p>
          <a:p>
            <a:pPr algn="ctr"/>
            <a:r>
              <a:rPr lang="es-C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Tamaño :  aproximadamente 350 cm de largo total</a:t>
            </a:r>
          </a:p>
          <a:p>
            <a:pPr algn="ctr"/>
            <a:r>
              <a:rPr lang="es-C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Reproducción: cada 2 a 3 años  entre octubre y diciembre ,en islas de Nueva Zelanda principalmente.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731019" y="6014665"/>
            <a:ext cx="36391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Albatros real del norte y sur:</a:t>
            </a:r>
          </a:p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-Alas  doblada en extremo </a:t>
            </a:r>
          </a:p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hacía atrás.</a:t>
            </a:r>
          </a:p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-Orificio nasal hacía adelante.</a:t>
            </a:r>
          </a:p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-Fina línea negra en borde cortante del pico.</a:t>
            </a:r>
          </a:p>
        </p:txBody>
      </p:sp>
      <p:sp>
        <p:nvSpPr>
          <p:cNvPr id="56" name="Corchetes 55"/>
          <p:cNvSpPr/>
          <p:nvPr/>
        </p:nvSpPr>
        <p:spPr>
          <a:xfrm flipH="1">
            <a:off x="627246" y="5907552"/>
            <a:ext cx="3359654" cy="2038031"/>
          </a:xfrm>
          <a:prstGeom prst="bracketPair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2" name="Rectángulo: esquinas redondeadas 61"/>
          <p:cNvSpPr/>
          <p:nvPr/>
        </p:nvSpPr>
        <p:spPr>
          <a:xfrm>
            <a:off x="7764797" y="11175331"/>
            <a:ext cx="4610163" cy="3568516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003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Tamaño :  aproximadamente 250 cm de largo total</a:t>
            </a:r>
          </a:p>
          <a:p>
            <a:pPr algn="ctr"/>
            <a:r>
              <a:rPr lang="es-C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Reproducción: Anual entre septiembre y octubre, </a:t>
            </a:r>
          </a:p>
          <a:p>
            <a:pPr algn="ctr"/>
            <a:r>
              <a:rPr lang="es-C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 chile, nidifican  principalmente en  islas Ildefonso y archipiélago Diego Ramírez.</a:t>
            </a:r>
          </a:p>
        </p:txBody>
      </p:sp>
      <p:sp>
        <p:nvSpPr>
          <p:cNvPr id="73" name="CuadroTexto 72"/>
          <p:cNvSpPr txBox="1"/>
          <p:nvPr/>
        </p:nvSpPr>
        <p:spPr>
          <a:xfrm>
            <a:off x="325452" y="17427879"/>
            <a:ext cx="38159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Tamaño : 210 cm LT</a:t>
            </a:r>
          </a:p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Reproducción anual (Sept- Oct)</a:t>
            </a:r>
          </a:p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 Chile nidifican en Isla </a:t>
            </a:r>
            <a:r>
              <a:rPr lang="es-CL" sz="2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Noir</a:t>
            </a:r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(&gt;200 parejas) y Diego Ramírez (~182 parejas)</a:t>
            </a:r>
          </a:p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Juveniles negros;  adultos entre  cabeza blanca y cuerpo pardo a completamente blancos</a:t>
            </a:r>
          </a:p>
          <a:p>
            <a:pPr lvl="0"/>
            <a:endParaRPr lang="es-CL" sz="2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4" name="Corchetes 73"/>
          <p:cNvSpPr/>
          <p:nvPr/>
        </p:nvSpPr>
        <p:spPr>
          <a:xfrm flipH="1">
            <a:off x="245023" y="17170254"/>
            <a:ext cx="3597850" cy="2881509"/>
          </a:xfrm>
          <a:prstGeom prst="bracketPair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5" name="CuadroTexto 74"/>
          <p:cNvSpPr txBox="1"/>
          <p:nvPr/>
        </p:nvSpPr>
        <p:spPr>
          <a:xfrm>
            <a:off x="15530684" y="17511629"/>
            <a:ext cx="38159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Tamaño : 210 cm LT</a:t>
            </a:r>
          </a:p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Reproducción anual (</a:t>
            </a:r>
            <a:r>
              <a:rPr lang="es-CL" sz="2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Agos</a:t>
            </a:r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s-CL" sz="2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Nidifican en Islas de Nueva Zelanda.</a:t>
            </a:r>
          </a:p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Juveniles negros;  adultos capucha parda y rostro blanco.</a:t>
            </a:r>
          </a:p>
          <a:p>
            <a:pPr lvl="0"/>
            <a:endParaRPr lang="es-CL" sz="2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7" name="Corchetes 76"/>
          <p:cNvSpPr/>
          <p:nvPr/>
        </p:nvSpPr>
        <p:spPr>
          <a:xfrm flipH="1">
            <a:off x="15474664" y="17349510"/>
            <a:ext cx="3815942" cy="2076106"/>
          </a:xfrm>
          <a:prstGeom prst="bracketPair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8" name="CuadroTexto 77"/>
          <p:cNvSpPr txBox="1"/>
          <p:nvPr/>
        </p:nvSpPr>
        <p:spPr>
          <a:xfrm>
            <a:off x="573356" y="23223355"/>
            <a:ext cx="38159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Tamaño : 109 cm LT</a:t>
            </a:r>
          </a:p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Reproducción anual (Dic- Enero)</a:t>
            </a:r>
          </a:p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Endémicos de Chile, nidifican en Isla Mocha y Archipiélago de Juan Fernández</a:t>
            </a:r>
          </a:p>
          <a:p>
            <a:pPr lvl="0"/>
            <a:endParaRPr lang="es-CL" sz="2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9" name="Corchetes 78"/>
          <p:cNvSpPr/>
          <p:nvPr/>
        </p:nvSpPr>
        <p:spPr>
          <a:xfrm flipH="1">
            <a:off x="498839" y="23073019"/>
            <a:ext cx="3832109" cy="1904787"/>
          </a:xfrm>
          <a:prstGeom prst="bracketPair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0" name="Corchetes 79"/>
          <p:cNvSpPr/>
          <p:nvPr/>
        </p:nvSpPr>
        <p:spPr>
          <a:xfrm flipH="1">
            <a:off x="6893379" y="25819572"/>
            <a:ext cx="6466904" cy="1382097"/>
          </a:xfrm>
          <a:prstGeom prst="bracketPair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1" name="Corchetes 80"/>
          <p:cNvSpPr/>
          <p:nvPr/>
        </p:nvSpPr>
        <p:spPr>
          <a:xfrm flipH="1">
            <a:off x="15004198" y="24236553"/>
            <a:ext cx="4685904" cy="2247009"/>
          </a:xfrm>
          <a:prstGeom prst="bracketPair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2" name="CuadroTexto 81"/>
          <p:cNvSpPr txBox="1"/>
          <p:nvPr/>
        </p:nvSpPr>
        <p:spPr>
          <a:xfrm>
            <a:off x="6927640" y="25825641"/>
            <a:ext cx="64653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Tamaño : 70 cm LT</a:t>
            </a:r>
          </a:p>
          <a:p>
            <a:pPr lvl="0" algn="ctr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 Chile, existen dos marcados períodos reproductivos, uno en abril-julio y otro en septiembre-febrero.  Nidifican distribuidos en 13 islas</a:t>
            </a:r>
          </a:p>
          <a:p>
            <a:pPr lvl="0" algn="ctr"/>
            <a:endParaRPr lang="es-CL" sz="2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endParaRPr lang="es-CL" sz="2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3" name="CuadroTexto 82"/>
          <p:cNvSpPr txBox="1"/>
          <p:nvPr/>
        </p:nvSpPr>
        <p:spPr>
          <a:xfrm>
            <a:off x="15247824" y="24290611"/>
            <a:ext cx="44422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Tamaño : 15 cm LT</a:t>
            </a:r>
          </a:p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Reproducción durante todo el año</a:t>
            </a:r>
          </a:p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 hembra pone un solo huevo que se incuba en 9 a 10 semanas en galerías excavadas en el suelo.</a:t>
            </a:r>
          </a:p>
          <a:p>
            <a:pPr lvl="0"/>
            <a:r>
              <a:rPr lang="es-CL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Sólo en Chile y Perú, vive en islas y es un gran Buceador.</a:t>
            </a:r>
          </a:p>
          <a:p>
            <a:pPr lvl="0"/>
            <a:endParaRPr lang="es-CL" sz="2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endParaRPr lang="es-CL" sz="2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97673" y="27913172"/>
            <a:ext cx="982651" cy="1224000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97071" y="27844890"/>
            <a:ext cx="1872625" cy="11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19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2017</TotalTime>
  <Words>530</Words>
  <Application>Microsoft Macintosh PowerPoint</Application>
  <PresentationFormat>Personalizado</PresentationFormat>
  <Paragraphs>66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Aves marinas vulnerables  zona centro sur de Chile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Identificación de aves</dc:title>
  <dc:creator>Tania ponce</dc:creator>
  <cp:lastModifiedBy>Luis Cubillos</cp:lastModifiedBy>
  <cp:revision>49</cp:revision>
  <cp:lastPrinted>2017-05-31T15:55:50Z</cp:lastPrinted>
  <dcterms:created xsi:type="dcterms:W3CDTF">2017-04-27T18:12:18Z</dcterms:created>
  <dcterms:modified xsi:type="dcterms:W3CDTF">2017-05-31T15:56:18Z</dcterms:modified>
</cp:coreProperties>
</file>